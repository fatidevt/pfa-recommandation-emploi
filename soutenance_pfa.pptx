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33"/>
                </a:solidFill>
                <a:latin typeface="Arial"/>
              </a:rPr>
              <a:t>Precision@10 par profil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Python</c:v>
                  </c:pt>
                  <c:pt idx="1">
                    <c:v>Java</c:v>
                  </c:pt>
                  <c:pt idx="2">
                    <c:v>Data Sci.</c:v>
                  </c:pt>
                  <c:pt idx="3">
                    <c:v>DevOps</c:v>
                  </c:pt>
                  <c:pt idx="4">
                    <c:v>PHP</c:v>
                  </c:pt>
                  <c:pt idx="5">
                    <c:v>Data An.</c:v>
                  </c:pt>
                  <c:pt idx="6">
                    <c:v>Mobile</c:v>
                  </c:pt>
                  <c:pt idx="7">
                    <c:v>QA</c:v>
                  </c:pt>
                  <c:pt idx="8">
                    <c:v>Fullstack JS</c:v>
                  </c:pt>
                  <c:pt idx="9">
                    <c:v>Reseaux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60</c:v>
                </c:pt>
                <c:pt idx="7">
                  <c:v>40</c:v>
                </c:pt>
                <c:pt idx="8">
                  <c:v>100</c:v>
                </c:pt>
                <c:pt idx="9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CE7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B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6400800" cy="6400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PROJET DE FIN D'ANNEE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Job Finder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BFA"/>
                </a:solidFill>
              </a:rPr>
              <a:t>Systeme intelligent de recommandation d'offres d'emploi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JSearch API  +  TF-IDF  +  Similarite cosinus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120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Fatima Zahra Fridi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Najib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Nouhaila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SUP MTI Rabat - Master 1 ISI - 2025/2026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</a:rPr>
              <a:t>Problematique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</a:rPr>
              <a:t>Information dispersee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A7D"/>
                </a:solidFill>
              </a:rPr>
              <a:t>Offres eparpillees sur LinkedIn, Rekrute, Bayt, sites d'entreprises...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80560" y="14630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828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20308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</a:rPr>
              <a:t>Recherche chronophage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54880" y="3337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A7D"/>
                </a:solidFill>
              </a:rPr>
              <a:t>Parcourir manuellement des centaines d'annonces peu ciblées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0" y="146304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32520" y="1828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602" y="203088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</a:rPr>
              <a:t>Matching imprecis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86800" y="3337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A7D"/>
                </a:solidFill>
              </a:rPr>
              <a:t>Aucun outil ne classe les offres selon la pertinence reelle du profil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Comment aider un candidat a trouver, parmi des centaines d'offres, celles qui correspondent vraiment a son profil 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F4FB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156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642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Agreger des offres reelles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83080" y="20848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via l'API JSearch, ciblees sur le marche marocain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70632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953512"/>
            <a:ext cx="685800" cy="685800"/>
          </a:xfrm>
          <a:prstGeom prst="ellipse">
            <a:avLst/>
          </a:prstGeom>
          <a:solidFill>
            <a:srgbClr val="F4FB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31318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Calculer un score de pertinence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83080" y="3300984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entre le profil candidat et chaque offre (NLP)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98678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169664"/>
            <a:ext cx="685800" cy="685800"/>
          </a:xfrm>
          <a:prstGeom prst="ellipse">
            <a:avLst/>
          </a:prstGeom>
          <a:solidFill>
            <a:srgbClr val="F4FB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34797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965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Extraire automatiquement un CV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83080" y="4517136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upload PDF, sans saisie manuelle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5385816"/>
            <a:ext cx="685800" cy="685800"/>
          </a:xfrm>
          <a:prstGeom prst="ellipse">
            <a:avLst/>
          </a:prstGeom>
          <a:solidFill>
            <a:srgbClr val="F4FB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556412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531266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Interface claire et interactive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783080" y="573328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saisie manuelle ou upload CV, resultats classes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Architecture technique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2238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BFA"/>
                </a:solidFill>
              </a:rPr>
              <a:t>Interface utilisateur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22238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FastAPI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BFA"/>
                </a:solidFill>
              </a:rPr>
              <a:t>API REST + orchestration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12480" y="182880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864108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1" y="22238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JSearch API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4183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BFA"/>
                </a:solidFill>
              </a:rPr>
              <a:t>Offres reelles (Maroc)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429000" y="20116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↔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7360920" y="201168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↔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2194560" y="384048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12454B"/>
          </a:solidFill>
          <a:ln/>
        </p:spPr>
      </p:sp>
      <p:sp>
        <p:nvSpPr>
          <p:cNvPr id="21" name="Shape 16"/>
          <p:cNvSpPr/>
          <p:nvPr/>
        </p:nvSpPr>
        <p:spPr>
          <a:xfrm>
            <a:off x="2468880" y="40690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301" y="423550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918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recommender.py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2918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BFA"/>
                </a:solidFill>
              </a:rPr>
              <a:t>TF-IDF + similarite cosinus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498080" y="40690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501" y="42355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2104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Fallback CSV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32104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BFA"/>
                </a:solidFill>
              </a:rPr>
              <a:t>Si JSearch indisponible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349240" y="3337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↑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</a:rPr>
              <a:t>Une equipe, trois couches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7D"/>
                </a:solidFill>
              </a:rPr>
              <a:t>Travail en parallele chaque semaine, livrable fonctionnel a chaque vendredi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943100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070" y="20427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Fatima Zahra Fridi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Algorithme &amp; Donnees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TF-IDF / similarite cosinus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Extraction PDF (CV)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Evaluation Precision@K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6002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0" y="2606040"/>
            <a:ext cx="36118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5875020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90" y="204277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Najib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6344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Backend API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3886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Endpoints FastAPI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Gestion d'erreurs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Fallback CSV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0" y="16002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0" y="16002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22" name="Shape 18"/>
          <p:cNvSpPr/>
          <p:nvPr/>
        </p:nvSpPr>
        <p:spPr>
          <a:xfrm>
            <a:off x="8412480" y="2606040"/>
            <a:ext cx="36118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9"/>
          <p:cNvSpPr/>
          <p:nvPr/>
        </p:nvSpPr>
        <p:spPr>
          <a:xfrm>
            <a:off x="9806940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910" y="2042770"/>
            <a:ext cx="395021" cy="39502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9536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Nouhaila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59536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Interface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732520" y="3886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Application Streamlit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Design UI/UX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7A7D"/>
                </a:solidFill>
              </a:rPr>
              <a:t>Integration JSearch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</a:rPr>
              <a:t>Planning sur 4 semaines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S1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Flux brut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7D"/>
                </a:solidFill>
              </a:rPr>
              <a:t>Formulaire -&gt; offres JSearch brutes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46120" y="30175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S2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Scoring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246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7D"/>
                </a:solidFill>
              </a:rPr>
              <a:t>TF-IDF, Top-10 classe par score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30175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S3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</a:rPr>
              <a:t>Upload CV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7D"/>
                </a:solidFill>
              </a:rPr>
              <a:t>Extraction PDF, fallback CSV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98280" y="30175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0" y="17373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50976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Finalisation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0" y="3246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BFA"/>
                </a:solidFill>
              </a:rPr>
              <a:t>Tests, evaluation, documentation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L'algorithme de recommandation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TF-IDF + Similarite cosinus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Texte brut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128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</a:rPr>
              <a:t>Profil candidat + chaque offre (titre, description, entreprise)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Vectorisation TF-IDF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264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</a:rPr>
              <a:t>Chaque mot pondere par sa frequence et sa rarete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Similarite cosinus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315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</a:rPr>
              <a:t>Mesure de l'angle entre le vecteur profil et chaque offre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Score &amp; classement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367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BFA"/>
                </a:solidFill>
              </a:rPr>
              <a:t>Pourcentage de 0 a 100%, Top-10 affiche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</a:rPr>
              <a:t>Du texte au score de matching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similarite( profil , offre ) = cos( θ ) = (V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4924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profil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23560" y="14173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932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offre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(||V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profil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14173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|| × ||V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20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offre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32520" y="14173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||)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3337560"/>
          </a:xfrm>
          <a:prstGeom prst="roundRect">
            <a:avLst>
              <a:gd name="adj" fmla="val 2740"/>
            </a:avLst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80360"/>
            <a:ext cx="10424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calculer_scores(profil, offres):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texte_profil = f"{competences} {experience} {formation}"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textes_offres = [f"{titre} {description} {entreprise}" for o in offres]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vectorizer = TfidfVectorizer(stop_words="english")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matrice = vectorizer.fit_transform([texte_profil] + textes_offres)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cosine_similarity(matrice[0], matrice[1:])[0]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tri decroissant -&gt; Top-10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</a:rPr>
              <a:t>Extraction automatique du CV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815" y="22018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</a:rPr>
              <a:t>Upload PDF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7D"/>
                </a:solidFill>
              </a:rPr>
              <a:t>Le candidat depose son CV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46120" y="28346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895" y="2201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</a:rPr>
              <a:t>Extraction (pypdf)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7D"/>
                </a:solidFill>
              </a:rPr>
              <a:t>Lecture + nettoyage du texte brut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172200" y="28346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173736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8378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975" y="22018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</a:rPr>
              <a:t>Mots-cles techniques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7D"/>
                </a:solidFill>
              </a:rPr>
              <a:t>Detection automatique (python, sql, devops...)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98280" y="28346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326880" y="173736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3098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220187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6404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</a:rPr>
              <a:t>Scoring TF-IDF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50976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7D"/>
                </a:solidFill>
              </a:rPr>
              <a:t>Meme moteur que la saisie manuelle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BF0EE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528706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4937760"/>
            <a:ext cx="9784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2E33"/>
                </a:solidFill>
              </a:rPr>
              <a:t>Defi resolu : certains CV produisaient un texte avec lettres separees par des espaces (artefact pypdf). Corrige par un post-traitement regex.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Evaluation : Precision@K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BFA"/>
                </a:solidFill>
              </a:rPr>
              <a:t>Methodologie d'evaluation rigoureuse de l'algorithme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</a:rPr>
              <a:t>Precision@K  =  (offres pertinentes dans le Top-K)  /  K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3275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86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profils de test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BFA"/>
                </a:solidFill>
              </a:rPr>
              <a:t>Python, Java, DevOps, Data Science, Reseaux, Mobile, etc.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3108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3275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886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Offres reelles JSearch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42976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BFA"/>
                </a:solidFill>
              </a:rPr>
              <a:t>Pas de donnees simulees - recherche live sur le Maroc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412480" y="3108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32753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886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Critere de pertinence objectif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412480" y="42976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BFA"/>
                </a:solidFill>
              </a:rPr>
              <a:t>Mot-cle du profil present dans le titre ou la description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</a:rPr>
              <a:t>Resultats de l'evaluation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90%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A"/>
                </a:solidFill>
              </a:rPr>
              <a:t>Precision@5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188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83%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Precision@10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188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E33"/>
                </a:solidFill>
              </a:rPr>
              <a:t>&gt; 60%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Objectif fixe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143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188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E33"/>
                </a:solidFill>
              </a:rPr>
              <a:t>10 profils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7D"/>
                </a:solidFill>
              </a:rPr>
              <a:t>testes avec succes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74320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</a:rPr>
              <a:t>Limites identifiees &amp; robustesse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BF0E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</a:rPr>
              <a:t>Limites observees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Couverture JSearch variable selon les metiers (certains profils &lt; 10 offres disponibles)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Profil « Reseaux » : mot-cle ambigu (reseau informatique vs social), Precision@10 = 30%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Resultats non strictement reproductibles d'un appel a l'autre (donnees JSearch live)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AF7F4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</a:rPr>
              <a:t>Robustesse mise en place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Fallback automatique sur CSV local si JSearch est indisponible (quota, panne)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Gestion d'erreurs sur tous les endpoints (codes HTTP explicites : 400, 422, 502)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Cle API securisee via .env, jamais codee en dur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</a:rPr>
              <a:t>Teste avec succes sur un second poste de travail (portabilite)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32120" y="192024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13" y="22055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Place a la demonstration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C39A"/>
                </a:solidFill>
              </a:rPr>
              <a:t>Saisie manuelle  •  Upload de CV  •  Recommandations en temps reel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 &amp; perspectives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605686"/>
            <a:ext cx="263347" cy="2633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Bilan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BFA"/>
                </a:solidFill>
              </a:rPr>
              <a:t>Systeme complet, teste, documente : API REST, NLP, extraction PDF, interface soignee, et performance validee (83% Precision@10).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2058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Perspectives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36576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BFA"/>
                </a:solidFill>
              </a:rPr>
              <a:t>Optimisation des hyperparametres TF-IDF pour les profils ambigus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BFA"/>
                </a:solidFill>
              </a:rPr>
              <a:t>Integration d'une seconde source d'offres (multi-API)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BFA"/>
                </a:solidFill>
              </a:rPr>
              <a:t>Systeme de retour utilisateur (feedback) pour affiner les scores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4FBFA"/>
                </a:solidFill>
              </a:rPr>
              <a:t>Deploiement cloud pour un acces public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5696712"/>
            <a:ext cx="548640" cy="54864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83935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55778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github.com/fatidevt/pfa-recommandation-emploi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595360" y="5577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Merci de votre attention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Morocco Job Finder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D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Morocco Job Finder - Soutenance PFA</dc:title>
  <dc:subject>PptxGenJS Presentation</dc:subject>
  <dc:creator>Fatima Zahra Fridi, Najib, Nouhaila</dc:creator>
  <cp:lastModifiedBy>Fatima Zahra Fridi, Najib, Nouhaila</cp:lastModifiedBy>
  <cp:revision>1</cp:revision>
  <dcterms:created xsi:type="dcterms:W3CDTF">2026-06-21T11:24:41Z</dcterms:created>
  <dcterms:modified xsi:type="dcterms:W3CDTF">2026-06-21T11:24:41Z</dcterms:modified>
</cp:coreProperties>
</file>